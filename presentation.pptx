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AI FINANCIAL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Arial"/>
              </a:defRPr>
            </a:pPr>
            <a:r>
              <a:t>AI Expense Leakage &amp; Business Savings Agent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Autonomous financial auditing for small businesses &amp; startups. Detects duplicate payments, statistical anomalies, recurring subscription creep, and generates auditable savings plans.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563EB"/>
                </a:solidFill>
                <a:latin typeface="Arial"/>
              </a:defRPr>
            </a:pPr>
            <a:r>
              <a:t>Developer &amp; Architect: THAISREE S</a:t>
            </a:r>
            <a:br/>
            <a:r>
              <a:t>Technology: Python 3.11 | Streamlit | Scikit-Learn | SQLite3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🛡️ 100% Non-Invasive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No bank credentials required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In-memory CSV/Excel analysis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Enterprise privacy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7548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🧪 49/49 Tests Passed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100% pytest test suite pass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All 15 mandatory test cases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Deterministic reliability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7548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🎯 Zero Hallucinations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Factual rule &amp; ML engines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Never invents metrics or spend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Transparent calculation formulas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THE 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$300B Silent Bleed in Corporate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Small businesses and startups lose 5% to 8% of operating budget annually to preventable financial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🔁 Duplicate Payments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Dual payments from identical vendor references.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Re-submitted invoices across close date windows.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Accounts payable teams lack automated cross-referencing tools.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Result: Substantial capital lost in unrecovered double billing.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📈 Creeping Subscriptions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Unmonitored SaaS tools and recurring subscriptions.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Forgotten developer/marketing seat licenses.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ongoing usage auditing across remote teams.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Result: Compounding recurring expenses draining monthly cash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⚡ Untracked Spending Surges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Sudden spending spikes (ad spend, equipment, consulting).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Outlier expenses that deviate from historical baselines.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Detected only after quarterly book reconciliation.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Result: Budget overruns before management can intervene.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THE 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Autonomous, Explainable Financial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An AI-powered agent delivering immediate financial clarity, explainable flags, and measurable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📂 Privacy-First Data Ingestion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Flexible column alias mapping (supports arbitrary column naming).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Rigorous data validation (rejects invalid dates &amp; amounts).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permanent storage without explicit user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🧠 Hybrid Detection Engine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Deterministic rules for exact &amp; proximity duplicate payments.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Z-score statistical bounds across vendors &amp; categories.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Unsupervised Scikit-Learn Isolation Forest machine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💡 Assumption-Based Savings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Conservative, transparent savings calculation formulas.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De-duplication ensures no savings opportunity is counted twice.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Interactive decision matrix: Pending, Accepted, Rejected, Implemented.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80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🤖 Factual Conversational Assistant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Answers complex spending questions strictly using computed data.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Never invents figures or fabricates insights.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Runs fully offline with rule-based fallback or optional LLM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Modular Multi-Layer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Designed with strict separation of concerns across 10 specialized Python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📥 Ingestion &amp; Validation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modules/data_loader.py: Ingests CSV/Excel files; auto-maps canonical aliases.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modules/validation.py: Sanitizes dates, caps bounds, and splits clean vs rejected records.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Displays acceptance rates &amp; error tables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⚙️ Detection &amp; Analytics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modules/duplicate_detection.py: Exact reference &amp; 3-day proximity matching.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modules/anomaly_detection.py: Z-score + Isolation Forest model.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modules/expense_trends.py: Month-over-month category surge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📊 Reporting &amp; Persistence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modules/recommendation_engine.py: Deduplicated savings calculations.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modules/database.py: Relational SQLite persistence with WAL mode.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modules/report_generator.py: Consolidated 8-sheet Excel workbook.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ALGORITHMIC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Evidence-Based Detection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Every flag includes documented justification, contextual baselines, and confidence levels.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👥 Exact &amp; Proximity Duplicates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Exact Match: Identical non-null payment references (High Confidence).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Proximity Match: Same vendor + amount within ±3 days tolerance window.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Distinguishes exact from potential duplicates without deleting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🌲 Isolation Forest + Z-Score Outliers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Z-score &gt; 2.5 flags deviations globally and within peer categories.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Isolation Forest (200 trees, 5% contamination) learns multi-dimensional feature patterns.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Degrades gracefully to pure statistical mode if dataset &lt; 20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📈 Spending Surge Detection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Aggregates monthly period spend by category, vendor, and department.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Flags month-over-month surges &gt;= 25% with explicit dollar increases.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Pinpoints cost drivers before they compound across quarters.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8056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🔄 Recurring Subscription Classifier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Scans multi-month vendor occurrences across the calendar year.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Coefficient of Variation (std/mean &lt; 0.15) identifies fixed SaaS tiers.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Highlights duplicate licenses and unreviewed recurring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Assumption-Based Cost Optimization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Conservative, transparent estimates preventing double-counting while maintaining executive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🎯 1. Conservative Assumptions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Duplicate Payments: 8% monthly recovery potential.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Outlier Expenses: 5% budget recovery through verification.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Category Surges: 15% optimization above baseline trend.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Subscriptions: 10% savings via license tier rightsizing.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Annual savings strictly = Monthly × 12.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🛡️ 2. Strict De-Duplication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Recommendation de-duplication eliminates double-counting.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Distinct category/vendor keys prevent overlapping estimates.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Distinguishes Potential Savings from Realized Savings.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Auditable methodology backed by verifiable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📋 3. SQLite Decision Matrix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Finance managers assign statuses: Pending, Accepted, Rejected, Implemented.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Decisions &amp; review notes persist across application reloads.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Relational SQLite schema tracks historical analysis sessions.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Full governance audit trail for leadership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SOFTWARE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Comprehensive Pytest Test Suite — 49/49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against 49 rigorous unit &amp; integration tests covering all 15 required test cases in 2.54s.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🧪 Test Execution Summary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tests/test_duplicates.py: 9/9 PASSED (TC-01, TC-02, TC-03)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tests/test_anomalies.py: 7/7 PASSED (TC-04, TC-10)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tests/test_data_validation.py: 11/11 PASSED (TC-05, TC-06, TC-11, TC-12)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tests/test_recommendations.py: 14/14 PASSED (TC-07, TC-08, TC-09, TC-13)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tests/test_reports.py: 8/8 PASSED (TC-14, TC-15)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Total: 49 passing tests in 2.54 seconds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Zero fabricated results — real automated test log saved in repo.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✅ Key Criteria Validated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Exact duplicate payment detected by payment reference.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Possible duplicate with minor date difference flagged.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Normal transactions not falsely classified as duplicates.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Unusually large transactions flagged under statistical rules.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Missing/invalid amounts and corrupted dates safely handled.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Annual savings strictly uses monthly × 12 multiplier.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De-duplication guarantees no double-counting.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Recommendation status changes persist in SQLite database.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✅ Rule-based assistant answers queries using real computed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Deployment Ready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Complete working codebase, reproducible sample dataset, and deployment-ready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🚀 Production Deliverables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GitHub Repository: https://github.com/sree100-cyber/AI-Expense-Leakage-and-Business-Savings-Agent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Interactive UI: 8 Streamlit dashboard pages with Plotly visualizations.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Sample Dataset: 157 synthetic transactions spanning 12 months with planted test leaks.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Standalone Test Upload: test_upload_expenses.csv &amp; .xlsx for immediate testing.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One-Click Deploy: Fully prepared for Streamlit Community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🔮 Future Development Roadmap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Direct Accounting API Sync: QuickBooks, Xero, and NetSuite live connectors.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OCR Receipt &amp; Invoice Processing: Extract line items from scanned paper receipts.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Real-Time Slack / Teams Alerts: Notify finance teams when budget anomalies trigger.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Multi-Currency Auto-Conversion: Live FX exchange rates across global subsidiaries.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 Enterprise Role-Based Access: Departmental budget limits &amp; approval hierarchies.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